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912" r:id="rId2"/>
  </p:sldMasterIdLst>
  <p:notesMasterIdLst>
    <p:notesMasterId r:id="rId8"/>
  </p:notesMasterIdLst>
  <p:sldIdLst>
    <p:sldId id="663" r:id="rId3"/>
    <p:sldId id="1235" r:id="rId4"/>
    <p:sldId id="1246" r:id="rId5"/>
    <p:sldId id="1247" r:id="rId6"/>
    <p:sldId id="1248" r:id="rId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1402" autoAdjust="0"/>
  </p:normalViewPr>
  <p:slideViewPr>
    <p:cSldViewPr snapToGrid="0">
      <p:cViewPr>
        <p:scale>
          <a:sx n="120" d="100"/>
          <a:sy n="120" d="100"/>
        </p:scale>
        <p:origin x="9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6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63C9C9E-F7B1-5D40-BD8A-83C8B6A45621}" type="datetimeFigureOut">
              <a:rPr lang="en-US"/>
              <a:pPr/>
              <a:t>6/6/26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9A8C690-4FAB-E845-B8A5-BC29FA55C6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49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A8C690-4FAB-E845-B8A5-BC29FA55C65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34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A0B72-3655-A844-9977-7B4D23323F50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045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54170-6D13-A0BC-B7EA-DDF8B0AC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A4C6E-8345-EB74-6E13-0F937ED28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761AF-ECC9-47A0-02BF-132903756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EDC82-DF62-6C77-4893-6060D07AA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A0B72-3655-A844-9977-7B4D23323F50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64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D543-0FB6-FA59-59AE-09C0AA42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42384-5EAB-D94D-4367-23BCCE1CF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2EEE2-6E93-A80F-E798-54B8E5E37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78996-D906-C6DF-6818-03E2DEE27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A0B72-3655-A844-9977-7B4D23323F5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120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C5DA-FC12-0ADB-730C-85EDAE5F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DB2EB-3796-7A2A-587B-DE0D922DE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94308-4431-A656-C141-3F7A2E8A7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2A3DB-FB45-7D4B-8BBC-52389B0FF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A0B72-3655-A844-9977-7B4D23323F5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228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C345E-C100-B749-B454-2314082FF1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1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B01DF1-F775-5046-82B2-BE12C49F49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6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975CB-B837-8E43-A890-436DD231B8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2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7A22D0-B1FB-B243-A7D2-044AD49CAB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2997E2-AE94-124D-B638-57BDF3B615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7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00EA3-5876-0941-9BEE-23055A22A0D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568C89-9FB7-F24E-AAFC-AABAD893D09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4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AD0EDD-CE68-D948-89F9-8B9B01A128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7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6CFB78-CA23-394C-BC94-FD65D4F9CA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6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8D2AB2-8B7E-B540-8D94-5F10FDC1AB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7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41750-067E-1342-AC03-FB10A1689E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9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69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91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980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12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06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1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803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6695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911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091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1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13A3C44-9D7C-C947-8369-9C32404EEE5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"/>
              <a:cs typeface="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  <a:ea typeface=""/>
                <a:cs typeface=""/>
              </a:rPr>
              <a:t>CSE 252C, SP20: Manmohan Chandraker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FB56013-B943-42BA-886F-6F9D4EB85E9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"/>
                <a:cs typeface="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73506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35696" y="2060798"/>
            <a:ext cx="8680164" cy="592170"/>
          </a:xfrm>
        </p:spPr>
        <p:txBody>
          <a:bodyPr/>
          <a:lstStyle/>
          <a:p>
            <a:r>
              <a:rPr lang="en-US" sz="2000" dirty="0">
                <a:latin typeface="Calibri" charset="0"/>
              </a:rPr>
              <a:t>Team Members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3419" y="60662"/>
            <a:ext cx="8179658" cy="909413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Project Title</a:t>
            </a:r>
          </a:p>
        </p:txBody>
      </p:sp>
      <p:sp>
        <p:nvSpPr>
          <p:cNvPr id="2052" name="Subtitle 2"/>
          <p:cNvSpPr txBox="1">
            <a:spLocks/>
          </p:cNvSpPr>
          <p:nvPr/>
        </p:nvSpPr>
        <p:spPr bwMode="auto">
          <a:xfrm>
            <a:off x="100786" y="922373"/>
            <a:ext cx="8949983" cy="532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en-US" sz="2400" dirty="0"/>
              <a:t>Any subtitle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0786" y="1503798"/>
            <a:ext cx="8949983" cy="457200"/>
          </a:xfrm>
          <a:prstGeom prst="rect">
            <a:avLst/>
          </a:prstGeom>
          <a:solidFill>
            <a:srgbClr val="A6A6A6"/>
          </a:solidFill>
          <a:ln>
            <a:noFill/>
          </a:ln>
          <a:effectLst>
            <a:outerShdw blurRad="101600" dist="76200" dir="5400000" algn="t" rotWithShape="0">
              <a:srgbClr val="00000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454" y="5673538"/>
            <a:ext cx="8648406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Single-sentence summary:</a:t>
            </a:r>
            <a:r>
              <a:rPr lang="en-US" sz="2000" dirty="0"/>
              <a:t> </a:t>
            </a:r>
          </a:p>
          <a:p>
            <a:r>
              <a:rPr lang="en-US" sz="2000" dirty="0"/>
              <a:t>(Write text here)</a:t>
            </a:r>
          </a:p>
          <a:p>
            <a:endParaRPr lang="en-US" sz="20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E0287E-561C-EA04-D0A1-F633DA4BD9CB}"/>
              </a:ext>
            </a:extLst>
          </p:cNvPr>
          <p:cNvSpPr/>
          <p:nvPr/>
        </p:nvSpPr>
        <p:spPr>
          <a:xfrm>
            <a:off x="267454" y="2789858"/>
            <a:ext cx="8648406" cy="2587497"/>
          </a:xfrm>
          <a:prstGeom prst="roundRect">
            <a:avLst>
              <a:gd name="adj" fmla="val 55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Any Fun Illustration that You Like</a:t>
            </a:r>
          </a:p>
          <a:p>
            <a:pPr algn="ctr"/>
            <a:endParaRPr lang="en-US" sz="2800" dirty="0"/>
          </a:p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Any Image or Video Related to the Class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Need Not Be Related to the Project!</a:t>
            </a:r>
          </a:p>
        </p:txBody>
      </p:sp>
    </p:spTree>
    <p:extLst>
      <p:ext uri="{BB962C8B-B14F-4D97-AF65-F5344CB8AC3E}">
        <p14:creationId xmlns:p14="http://schemas.microsoft.com/office/powerpoint/2010/main" val="292404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074" y="80499"/>
            <a:ext cx="8890276" cy="66795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1F497D"/>
                </a:solidFill>
              </a:rPr>
              <a:t>Problem Description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47796" y="4540469"/>
            <a:ext cx="8648406" cy="210565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 charset="0"/>
              </a:rPr>
              <a:t>What is the problem being solved?</a:t>
            </a:r>
          </a:p>
          <a:p>
            <a:endParaRPr lang="en-US" sz="2400" dirty="0">
              <a:latin typeface="Calibri" charset="0"/>
            </a:endParaRPr>
          </a:p>
          <a:p>
            <a:r>
              <a:rPr lang="en-US" sz="2400" dirty="0">
                <a:latin typeface="Calibri" charset="0"/>
              </a:rPr>
              <a:t>Why is the problem difficult or meaningful?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796" y="926432"/>
            <a:ext cx="8648405" cy="33197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Key Challenge Figure</a:t>
            </a:r>
          </a:p>
        </p:txBody>
      </p:sp>
    </p:spTree>
    <p:extLst>
      <p:ext uri="{BB962C8B-B14F-4D97-AF65-F5344CB8AC3E}">
        <p14:creationId xmlns:p14="http://schemas.microsoft.com/office/powerpoint/2010/main" val="1127371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DF4E6-1243-2631-09D3-9666ECA0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4459-D920-9EFD-0FEF-1531C2879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4" y="80499"/>
            <a:ext cx="8890276" cy="66795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1F497D"/>
                </a:solidFill>
              </a:rPr>
              <a:t>Unique Perspective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92AD43-0972-4CFD-A1DC-AF1E135404B9}"/>
              </a:ext>
            </a:extLst>
          </p:cNvPr>
          <p:cNvSpPr txBox="1">
            <a:spLocks/>
          </p:cNvSpPr>
          <p:nvPr/>
        </p:nvSpPr>
        <p:spPr bwMode="auto">
          <a:xfrm>
            <a:off x="247796" y="4540469"/>
            <a:ext cx="8648406" cy="210565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 charset="0"/>
              </a:rPr>
              <a:t>Why is an agentic architecture useful for the problem?</a:t>
            </a:r>
          </a:p>
          <a:p>
            <a:endParaRPr lang="en-US" sz="2400" dirty="0">
              <a:latin typeface="Calibri" charset="0"/>
            </a:endParaRPr>
          </a:p>
          <a:p>
            <a:r>
              <a:rPr lang="en-US" sz="2400" dirty="0">
                <a:latin typeface="Calibri" charset="0"/>
              </a:rPr>
              <a:t>One key technical insight in your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A5C3E7-D299-36A3-B24E-9C09F55E173D}"/>
              </a:ext>
            </a:extLst>
          </p:cNvPr>
          <p:cNvSpPr/>
          <p:nvPr/>
        </p:nvSpPr>
        <p:spPr>
          <a:xfrm>
            <a:off x="247796" y="926432"/>
            <a:ext cx="8648405" cy="33197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800" dirty="0">
                <a:solidFill>
                  <a:prstClr val="white"/>
                </a:solidFill>
              </a:rPr>
              <a:t>Agentic Architecture Figure</a:t>
            </a:r>
          </a:p>
        </p:txBody>
      </p:sp>
    </p:spTree>
    <p:extLst>
      <p:ext uri="{BB962C8B-B14F-4D97-AF65-F5344CB8AC3E}">
        <p14:creationId xmlns:p14="http://schemas.microsoft.com/office/powerpoint/2010/main" val="31561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BDFB-5A95-644A-EB1C-9743C21E9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EC05-FF4B-AC10-FDC3-D777B6B3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4" y="80499"/>
            <a:ext cx="8890276" cy="66795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1F497D"/>
                </a:solidFill>
              </a:rPr>
              <a:t>Amazing Results!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A5935A-1B4F-7A27-0F0F-0860C4E6A072}"/>
              </a:ext>
            </a:extLst>
          </p:cNvPr>
          <p:cNvSpPr txBox="1">
            <a:spLocks/>
          </p:cNvSpPr>
          <p:nvPr/>
        </p:nvSpPr>
        <p:spPr bwMode="auto">
          <a:xfrm>
            <a:off x="247796" y="4540469"/>
            <a:ext cx="8648406" cy="210565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Calibri" charset="0"/>
              </a:rPr>
              <a:t>One key qualitative result</a:t>
            </a:r>
          </a:p>
          <a:p>
            <a:pPr lvl="0">
              <a:defRPr/>
            </a:pPr>
            <a:endParaRPr lang="en-US" sz="2000" dirty="0">
              <a:solidFill>
                <a:prstClr val="black"/>
              </a:solidFill>
              <a:latin typeface="Calibri" charset="0"/>
            </a:endParaRPr>
          </a:p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Calibri" charset="0"/>
              </a:rPr>
              <a:t>One key quantitative result</a:t>
            </a:r>
          </a:p>
          <a:p>
            <a:pPr lvl="0">
              <a:defRPr/>
            </a:pPr>
            <a:endParaRPr lang="en-US" sz="2000" dirty="0">
              <a:solidFill>
                <a:prstClr val="black"/>
              </a:solidFill>
              <a:latin typeface="Calibri" charset="0"/>
            </a:endParaRPr>
          </a:p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latin typeface="Calibri" charset="0"/>
              </a:rPr>
              <a:t>What worked or did not work well with an agentic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21FF7-E120-AE86-A3DF-03F11B9D96E5}"/>
              </a:ext>
            </a:extLst>
          </p:cNvPr>
          <p:cNvSpPr/>
          <p:nvPr/>
        </p:nvSpPr>
        <p:spPr>
          <a:xfrm>
            <a:off x="247796" y="926432"/>
            <a:ext cx="8648405" cy="33197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800" dirty="0">
                <a:solidFill>
                  <a:prstClr val="white"/>
                </a:solidFill>
              </a:rPr>
              <a:t>Experiment Result Figures or Videos</a:t>
            </a:r>
          </a:p>
        </p:txBody>
      </p:sp>
    </p:spTree>
    <p:extLst>
      <p:ext uri="{BB962C8B-B14F-4D97-AF65-F5344CB8AC3E}">
        <p14:creationId xmlns:p14="http://schemas.microsoft.com/office/powerpoint/2010/main" val="3778057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E1A1-382B-667D-B51D-7917CF855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71D99-5737-1A5B-439C-BF647EB9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4" y="80499"/>
            <a:ext cx="8890276" cy="667957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1F497D"/>
                </a:solidFill>
              </a:rPr>
              <a:t>Amazing Demo!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0CFF4-06B4-E602-73E6-976241C0675E}"/>
              </a:ext>
            </a:extLst>
          </p:cNvPr>
          <p:cNvSpPr/>
          <p:nvPr/>
        </p:nvSpPr>
        <p:spPr>
          <a:xfrm>
            <a:off x="247796" y="926432"/>
            <a:ext cx="8648405" cy="56444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800" dirty="0">
                <a:solidFill>
                  <a:prstClr val="white"/>
                </a:solidFill>
              </a:rPr>
              <a:t>Video for Demonstration</a:t>
            </a:r>
          </a:p>
        </p:txBody>
      </p:sp>
    </p:spTree>
    <p:extLst>
      <p:ext uri="{BB962C8B-B14F-4D97-AF65-F5344CB8AC3E}">
        <p14:creationId xmlns:p14="http://schemas.microsoft.com/office/powerpoint/2010/main" val="4028456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19909</TotalTime>
  <Words>116</Words>
  <Application>Microsoft Macintosh PowerPoint</Application>
  <PresentationFormat>On-screen Show (4:3)</PresentationFormat>
  <Paragraphs>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Office Theme</vt:lpstr>
      <vt:lpstr>6_Office Theme</vt:lpstr>
      <vt:lpstr>Team Members</vt:lpstr>
      <vt:lpstr>Problem Description</vt:lpstr>
      <vt:lpstr>Unique Perspective</vt:lpstr>
      <vt:lpstr>Amazing Results!</vt:lpstr>
      <vt:lpstr>Amazing Demo!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/>
  <dc:creator>Manmohan Chandraker</dc:creator>
  <cp:keywords/>
  <dc:description/>
  <cp:lastModifiedBy>Manmohan Chandraker</cp:lastModifiedBy>
  <cp:revision>584</cp:revision>
  <cp:lastPrinted>2020-04-08T23:11:29Z</cp:lastPrinted>
  <dcterms:created xsi:type="dcterms:W3CDTF">2009-08-25T02:47:59Z</dcterms:created>
  <dcterms:modified xsi:type="dcterms:W3CDTF">2026-06-06T19:17:08Z</dcterms:modified>
  <cp:category/>
</cp:coreProperties>
</file>